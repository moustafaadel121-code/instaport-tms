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6C3FF5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5029200"/>
            <a:ext cx="1828800" cy="18288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📦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InstaPort TMS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Management 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108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2801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4389120" y="3017520"/>
            <a:ext cx="10972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 ·  Analytics  ·  Charts  ·  Exports  ·  Driver Profiles  ·  CSV Import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5760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Management Review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InstaPort TMS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InstaPort TMS  |  New Features Overview  |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 in This Release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1280160" cy="54864"/>
          </a:xfrm>
          <a:prstGeom prst="rect">
            <a:avLst/>
          </a:prstGeom>
          <a:solidFill>
            <a:srgbClr val="6C3FF5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65960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6C3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65960"/>
            <a:ext cx="64008" cy="1188720"/>
          </a:xfrm>
          <a:prstGeom prst="rect">
            <a:avLst/>
          </a:prstGeom>
          <a:solidFill>
            <a:srgbClr val="6C3FF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756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1. Cybersecurity Hardening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49631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Brute-force lockout · Idle timeout · Weak PIN detection · Security dashboard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37560"/>
            <a:ext cx="64008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472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 2. Driver Document Profiles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86791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license, drug test, medical cert, insurance &amp; more per driver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709160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709160"/>
            <a:ext cx="64008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188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3. Finance Export Upgrade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23951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Breakdown &amp; Profit Margin: CSV / Excel / PDF with custom filters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965960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965960"/>
            <a:ext cx="64008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0756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 4. CSV Import — PM &amp; Vendors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249631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import PM schedules and Vendors directly from spreadsheet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337560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6C3F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337560"/>
            <a:ext cx="64008" cy="1188720"/>
          </a:xfrm>
          <a:prstGeom prst="rect">
            <a:avLst/>
          </a:prstGeom>
          <a:solidFill>
            <a:srgbClr val="6C3FF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4472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5. Power BI-Style Analytics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86791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charts: doughnut, bar, line, area — live &amp; animated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709160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709160"/>
            <a:ext cx="64008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8188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6. Multi-Format Report Exports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523951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Report &amp; Driver Report now export as CSV / Excel / PDF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InstaPort TMS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InstaPort TMS  |  New Features Overview  |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Cybersecurity Hardening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1463040" cy="54864"/>
          </a:xfrm>
          <a:prstGeom prst="rect">
            <a:avLst/>
          </a:prstGeom>
          <a:solidFill>
            <a:srgbClr val="6C3FF5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874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2700">
            <a:solidFill>
              <a:srgbClr val="6C3F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3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1874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920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Lockout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1874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920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3776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Warning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1874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920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22376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9760" y="1874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1920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50976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Logged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8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108960"/>
            <a:ext cx="35661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200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Brute-Force Lockout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3584448"/>
            <a:ext cx="3291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failed attempts triggers 30-min lockout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 shown on login screen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Per-org composite key (org:userId)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Persisted across browser sessions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attempts shown on each fail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0" y="310896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8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0" y="3108960"/>
            <a:ext cx="35661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4251960" y="3200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 Idle Session Timeout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51960" y="3584448"/>
            <a:ext cx="32918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Auto-logout after 30 minutes of inactivity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modal at 28 minutes with countdown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sensitive state wiped on logout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mouse, keyboard, click, touch &amp; scroll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secureLogout() clears all session 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63840" y="310896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8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863840" y="3108960"/>
            <a:ext cx="4114800" cy="54864"/>
          </a:xfrm>
          <a:prstGeom prst="rect">
            <a:avLst/>
          </a:prstGeom>
          <a:solidFill>
            <a:srgbClr val="6C3FF5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0" y="3200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Security Admin Dashboard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001000" y="3584448"/>
            <a:ext cx="38404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score (0–100) with live rating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checklist with status badges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account security overview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event log: logins, failures, lockouts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via Admin → Security tab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InstaPort TMS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InstaPort TMS  |  New Features Overview  |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Driver Document Profiles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1463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288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Attach, view, download and manage compliance documents per driver — stored securely in browser.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C3F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96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" y="3017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License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383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No, Type, Expiry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23317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496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10128" y="3017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Test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3383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result PDF/image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54496" y="23317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496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54496" y="3017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4496" y="3383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health clearance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98864" y="23317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98864" y="2496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98864" y="3017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Certificate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98864" y="3383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compliance cert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325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🚛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Registration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5212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truck documents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10128" y="41605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C3F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4325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310128" y="4846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10128" y="5212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&amp; expiry date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54496" y="41605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4325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254496" y="4846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Documents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54496" y="5212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additional files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869680" y="4160520"/>
            <a:ext cx="3108960" cy="192024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12700">
            <a:solidFill>
              <a:srgbClr val="6C3F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06840" y="42519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006840" y="46634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Auto-detects doc type from filename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006840" y="49377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5 MB limit per file enforced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006840" y="52120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Base64 stored in localStorage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006840" y="54864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One-click download anytime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006840" y="57607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Doc count badge on driver card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InstaPort TMS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InstaPort TMS  |  New Features Overview  |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Finance Export Upgrade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1463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2024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5486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116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VAT Breakdown Export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52120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date range (from → to)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customer &amp; invoice condition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Shows: Invoice No, Customer, Gross, VAT, Net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record count before export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as  CSV  ·  Excel  ·  PDF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entry logged on every export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920240"/>
            <a:ext cx="54864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0116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💹  Profit Margin Export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395728"/>
            <a:ext cx="52120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date range (from → to)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customer &amp; condition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Shows: Revenue, Cost, Gross Profit, Margin %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cancelled invoices automatically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as  CSV  ·  Excel  ·  PDF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low-margin customers instantly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6080760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144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Selector: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6126480"/>
            <a:ext cx="1920240" cy="329184"/>
          </a:xfrm>
          <a:prstGeom prst="roundRect">
            <a:avLst>
              <a:gd name="adj" fmla="val 19444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6144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CSV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6126480"/>
            <a:ext cx="1920240" cy="329184"/>
          </a:xfrm>
          <a:prstGeom prst="roundRect">
            <a:avLst>
              <a:gd name="adj" fmla="val 19444"/>
            </a:avLst>
          </a:prstGeom>
          <a:solidFill>
            <a:srgbClr val="00000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6144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Excel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6126480"/>
            <a:ext cx="1920240" cy="329184"/>
          </a:xfrm>
          <a:prstGeom prst="roundRect">
            <a:avLst>
              <a:gd name="adj" fmla="val 19444"/>
            </a:avLst>
          </a:prstGeom>
          <a:solidFill>
            <a:srgbClr val="000000"/>
          </a:solidFill>
          <a:ln w="12700">
            <a:solidFill>
              <a:srgbClr val="6C3F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6144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3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PDF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InstaPort TMS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InstaPort TMS  |  New Features Overview  |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CSV Bulk Import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10972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1874520"/>
            <a:ext cx="822960" cy="822960"/>
          </a:xfrm>
          <a:prstGeom prst="ellipse">
            <a:avLst/>
          </a:prstGeom>
          <a:solidFill>
            <a:srgbClr val="6C3FF5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190195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703320" y="2286000"/>
            <a:ext cx="1188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5760" y="28346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6C3F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Template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'📄 Template' to get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pre-formatted blank CSV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874520"/>
            <a:ext cx="822960" cy="8229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90195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635240" y="2286000"/>
            <a:ext cx="1188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297680" y="28346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Spreadsheet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34840" y="33101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 Excel / Google Sheets,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your data rows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18320" y="187452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9418320" y="190195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229600" y="28346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Preview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33101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CSV → preview table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confirm → data saved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8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251960"/>
            <a:ext cx="5486400" cy="54864"/>
          </a:xfrm>
          <a:prstGeom prst="rect">
            <a:avLst/>
          </a:prstGeom>
          <a:solidFill>
            <a:srgbClr val="6C3FF5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3434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PM Scheduler Import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4727448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plate · serviceType · intervalKm · intervalDays · lastKm · lastDate · vendorName · notes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 directly to localStorage — no Supabase required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25196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8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4251960"/>
            <a:ext cx="54864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43434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 Vendors &amp; Workshops Import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3640" y="4727448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name · type · speciality · phone · address · contactName · email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availability in PM Scheduler vendor dropdowns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6144768"/>
            <a:ext cx="11247120" cy="329184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181344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Admin panel also supports CSV import for: Users · Customers · Trucks · Price Lists · Spare Parts — directly to Supabase cloud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InstaPort TMS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InstaPort TMS  |  New Features Overview  |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Power BI-Style Analytics Dashboard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1828800" cy="54864"/>
          </a:xfrm>
          <a:prstGeom prst="rect">
            <a:avLst/>
          </a:prstGeom>
          <a:solidFill>
            <a:srgbClr val="6C3FF5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20240"/>
            <a:ext cx="55778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6C3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20240"/>
            <a:ext cx="5577840" cy="64008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2996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Revenue Tab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048256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0574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4.4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670048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0662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Animated doughnut: revenue share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customer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355848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9242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  Fleet utilization doughnut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truck type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55778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920240"/>
            <a:ext cx="5577840" cy="64008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02996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 Trends Tab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332720" y="2048256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0332720" y="20574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4.4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2670048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70662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Bar + 7-day rolling avg line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(trips per day, 30 days)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355848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39242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  Area line chart: revenue trend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Doughnut: condition mix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251960"/>
            <a:ext cx="55778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251960"/>
            <a:ext cx="5577840" cy="64008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3616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SLA Tab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480560" y="4379976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480560" y="43891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4.4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" y="5001768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0383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Health doughnut with avg %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centered overlay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687568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7241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  Horizontal bar: SLA rate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customer (color coded)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4251960"/>
            <a:ext cx="55778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4251960"/>
            <a:ext cx="5577840" cy="64008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43616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🚛  Drivers Tab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332720" y="4379976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10332720" y="43891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4.4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0" y="5001768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50383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Grouped horizontal bar: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vs On-Time Rate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5687568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57241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  Redesigned driver cards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KPI stat grid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InstaPort TMS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InstaPort TMS  |  New Features Overview  |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Multi-Format Report Exports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1554480" cy="54864"/>
          </a:xfrm>
          <a:prstGeom prst="rect">
            <a:avLst/>
          </a:prstGeom>
          <a:solidFill>
            <a:srgbClr val="6C3FF5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202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53949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116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SLA Report Export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51206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· Trips · On-Time · SLA Rate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Target (h) · Revenue (EGP) · CO₂ (kg)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the selected analytics period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selector: CSV · Excel · PDF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to audit trail on every export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1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920240"/>
            <a:ext cx="5394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0116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🚛  Driver Report Export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395728"/>
            <a:ext cx="51206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· Total Trips · Completed · On-Time %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KM · Fuel Used · Fuel Efficiency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Score (0–100)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Generated per driver</a:t>
            </a:r>
            <a:endParaRPr lang="en-US" sz="1000" dirty="0"/>
          </a:p>
          <a:p>
            <a:pPr marL="342900" indent="-342900">
              <a:buSzPct val="100000"/>
              <a:buChar char="▸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selector: CSV · Excel · PDF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6144768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1996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CSV  —  Comma-separated  for Excel / BI tools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0" y="6144768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61996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Excel  —  .xls tab-separated  opens in Microsoft Excel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0" y="6144768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6C3F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61996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PDF  —  Print-ready report  via browser print dialog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6C3FF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InstaPort TMS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108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74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Summary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69748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77063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788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Features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47472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5478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Formats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Report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25196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32511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343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Types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Driver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502920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510235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120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Tabs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Charts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580644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587959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5897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Single-File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3200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Delivered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4389120" y="896112"/>
            <a:ext cx="1188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9120" y="109728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1097280"/>
            <a:ext cx="64008" cy="777240"/>
          </a:xfrm>
          <a:prstGeom prst="rect">
            <a:avLst/>
          </a:prstGeom>
          <a:solidFill>
            <a:srgbClr val="6C3FF5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115214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Cybersecurity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149961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Brute-force lockout · Idle timeout · Weak PIN check · Security admin tab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201168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2011680"/>
            <a:ext cx="64008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206654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Driver Docs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7720" y="241401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document types · Base64 storage · Auto-detect · Download anytime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292608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2926080"/>
            <a:ext cx="64008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298094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Finance Exports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17720" y="332841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&amp; Profit Margin: date filter + customer filter + 3 formats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89120" y="384048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3840480"/>
            <a:ext cx="64008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4617720" y="389534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CSV Import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17720" y="424281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Schedules &amp; Vendors bulk import with preview + template download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89120" y="475488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4754880"/>
            <a:ext cx="64008" cy="777240"/>
          </a:xfrm>
          <a:prstGeom prst="rect">
            <a:avLst/>
          </a:prstGeom>
          <a:solidFill>
            <a:srgbClr val="6C3FF5"/>
          </a:solidFill>
          <a:ln/>
        </p:spPr>
      </p:sp>
      <p:sp>
        <p:nvSpPr>
          <p:cNvPr id="42" name="Text 40"/>
          <p:cNvSpPr/>
          <p:nvPr/>
        </p:nvSpPr>
        <p:spPr>
          <a:xfrm>
            <a:off x="4617720" y="480974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BI Analytics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617720" y="515721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doughnut/bar/line/area on all 4 analytics tabs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89120" y="566928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0" y="5669280"/>
            <a:ext cx="64008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4617720" y="572414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Report Exports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17720" y="607161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Report + Driver Report: CSV · Excel · PDF format selector modals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InstaPort TMS  |  All features live on GitHub  |  May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515600" y="6510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InstaPort TMS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4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InstaPort TMS  |  New Features Overview  |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Recommended Next Steps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13716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01952"/>
            <a:ext cx="11430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751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Tier 1 — Critical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140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Driver Mobile 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2706624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/ React Native — drivers update trip status, capture POD photos &amp; signature on-site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4140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Live GPS 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706624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truck positions on map with route history and geofence alerts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502152"/>
            <a:ext cx="11430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753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Tier 2 — Growth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142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Trip Pricing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306824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trained on historical trips to suggest optimal pricing per customer / condition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397764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0142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WhatsApp Notifications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4306824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Auto-alert customers when shipment departs, arrives, and delivers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5102352"/>
            <a:ext cx="11430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1755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Tier 3 — Scale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6144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Customer Self-Service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5907024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portal: book trips, track shipments, download invoices without calling dispatch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557784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56144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Accounting Integration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5907024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Auto-sync invoices to QuickBooks / Xero / SAP via API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2026-05-19T21:15:54Z</dcterms:created>
  <dcterms:modified xsi:type="dcterms:W3CDTF">2026-05-19T21:15:54Z</dcterms:modified>
</cp:coreProperties>
</file>